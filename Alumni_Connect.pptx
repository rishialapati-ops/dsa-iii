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pic>
        <p:nvPicPr>
          <p:cNvPr id="4" name="Image 0" descr="icon_networkWired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Alumni Connect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helping students and alumni connect based 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interests, skills, and organizations — for networking,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mentoring, and placements.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|  Educational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2E">
                <a:alpha val="8000"/>
              </a:srgbClr>
            </a:outerShdw>
          </a:effectLst>
        </p:spPr>
      </p:sp>
      <p:pic>
        <p:nvPicPr>
          <p:cNvPr id="5" name="Image 0" descr="icon_lightbulb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880360"/>
            <a:ext cx="10058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maintain large volumes of alumni records, but these records are rarely used to their full potential. Alumni Connect is a platform that helps students and alumni discover and connect with one another based on shared interests, skills, and organizations.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centralizing profiles and enabling smart, structured matching, the platform turns scattered alumni goodwill into an active network — supporting mentoring relationships, peer connections, and career placements that would otherwise happen only by chance.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Alumni networks are rich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disconnected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871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data lives in spreadsheets, emails, and old databases — never in one searchable place.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387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matching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679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can't easily find alumni with relevant interests, skills, or shared organizations.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902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919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and placement connections happen by chance, not by design.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777240"/>
            <a:ext cx="4343400" cy="5349240"/>
          </a:xfrm>
          <a:prstGeom prst="roundRect">
            <a:avLst>
              <a:gd name="adj" fmla="val 294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icon_userFriend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2344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0" y="2011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5200" dirty="0"/>
          </a:p>
        </p:txBody>
      </p:sp>
      <p:sp>
        <p:nvSpPr>
          <p:cNvPr id="16" name="Text 13"/>
          <p:cNvSpPr/>
          <p:nvPr/>
        </p:nvSpPr>
        <p:spPr>
          <a:xfrm>
            <a:off x="7498080" y="2971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graduates say they'd engage more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their institution if there were an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connect with peers and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from their alumni network.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98080" y="5623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F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benchmark, higher-ed engagement studies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FUNCTIONALITIES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network needs, in one place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_userGradua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494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Profiles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Interests, skills, batch, and organizations for every student and alumnus.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103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2494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Matching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90872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recommend connections by shared interests, skills, or organizations.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21031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icon_handshak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24942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20482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Requests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67344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request-and-accept flow with scheduling and progress tracking.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976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icon_briefc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44398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242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&amp; Placement 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4400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post openings and referrals; students apply directly in-platform.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16552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42976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icon_calenda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444398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242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Groups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90872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Reunions, webinars, and interest-based groups keep the network active.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3024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429768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icon_comment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44398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98864" y="4242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Notifications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67344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 and alerts keep conversations moving after the first match.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to be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0D3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_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717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alumni interface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2743200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999232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0D3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31821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on_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2964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090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00200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matching, messaging APIs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0" y="3867912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4123944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0D3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2688" y="430682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icon_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42112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15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00200" y="4581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/ skill / org similarity scoring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0" y="4992624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5248656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0D30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2688" y="543153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3" descr="icon_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54583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340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Records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600200" y="5705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alumni &amp; student data store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400800" y="187452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0D3038"/>
          </a:solidFill>
          <a:ln/>
        </p:spPr>
      </p:sp>
      <p:sp>
        <p:nvSpPr>
          <p:cNvPr id="28" name="Text 22"/>
          <p:cNvSpPr/>
          <p:nvPr/>
        </p:nvSpPr>
        <p:spPr>
          <a:xfrm>
            <a:off x="676656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Tech Stack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766560" y="2743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76656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React Native — responsive web + mobile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766560" y="33101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766560" y="35844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or Django REST API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766560" y="38770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766560" y="4151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records, Elasticsearch for search &amp; matching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766560" y="44439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766560" y="47183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scoring, upgradeable to ML-based recommendations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766560" y="50109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Privacy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766560" y="5285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with institution ID, role-based access control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766560" y="5577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766560" y="5852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(AWS / Azure) with CI/CD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students, alumni, and institutions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handsha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25328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Mentoring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discoverable mentoring replaces chance encounters at reunions.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9659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3317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_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868" y="25328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3383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Placement Rates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9476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referrals and job postings from alumni shorten the path to hiring.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92240" y="19659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83780" y="23317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48" y="253288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3383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Alumni Engagement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72084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get an easy, low-effort way to stay connected and give back.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418320" y="196596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2E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09860" y="23317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icon_lightbulb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028" y="253288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0" y="3383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Insight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64692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gain visibility into outcomes, engagement, and network health.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2026-08-01T06:38:17Z</dcterms:created>
  <dcterms:modified xsi:type="dcterms:W3CDTF">2026-08-01T06:38:17Z</dcterms:modified>
</cp:coreProperties>
</file>